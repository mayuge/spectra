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44ADCB-597F-6C0C-BD99-200877509F1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54E6B5D-A19F-EC01-DCA3-019BD50F4F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F0C58B8-B9FD-910D-3CA0-76F79F7B51F2}"/>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E4DAEBDD-8B7C-3994-C3D4-766BB3FE389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A7F9E7E-C9E1-EF62-B063-F942D25760D5}"/>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3677253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196AF5-B90F-F9A0-77B6-8FEC4645548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88ADD3E-1329-4EC1-0BCD-A7F66BDD35E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5249363-748D-0F91-195F-B24235299EB1}"/>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BD24EEA1-4CE9-2257-086C-D028519C54E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912872-6DB5-1314-3A2D-B34D6FF88FEF}"/>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321944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DCABE3-3A81-C09D-4225-7CF5A739F49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9ED5D02-0F04-04AC-52B4-00CF73619D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3A254EE-BEE1-5566-4588-C30B6AB963C9}"/>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A52CFE1F-EBF3-C4E2-DBE5-643BDF7B50A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35307D1-E286-19FC-5388-8391B998A079}"/>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4124316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7A35B2-0409-9867-B449-C8F106C9332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8A44ED-76B5-84CE-FD3A-BE80915FBA6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F70FE27-F7F4-4A67-4ADE-AE287AE5425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167AC06-3361-179B-06FA-B4742340A614}"/>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11D71FE2-1D9C-4BE4-0A8E-9A9BA9D078A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6581D9A-4D45-FBD3-95BA-9A5B38C7DA60}"/>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2468837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069A8-CA56-5DAB-2D5F-32F661AEDCD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9F3C04F-8A21-CF0C-FD72-93219967F3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75282FC-79D9-5F2A-0C3B-93473817972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E8493F3-5626-473F-3BF5-203019E28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D35C937-B394-1FDD-4BD1-848E7A75419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2F136D6-B5BA-15FB-5A95-48F8F0CFC462}"/>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8" name="フッター プレースホルダー 7">
            <a:extLst>
              <a:ext uri="{FF2B5EF4-FFF2-40B4-BE49-F238E27FC236}">
                <a16:creationId xmlns:a16="http://schemas.microsoft.com/office/drawing/2014/main" id="{24C0B647-D234-31C0-76D8-04CAA414CAB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0ED0868-326A-70B7-D394-8B580497D81A}"/>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288906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2D9BD4-6AC6-1585-B1AA-B9A6DE7A017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97A453D-F022-6607-01D8-98E6D8272EF4}"/>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4" name="フッター プレースホルダー 3">
            <a:extLst>
              <a:ext uri="{FF2B5EF4-FFF2-40B4-BE49-F238E27FC236}">
                <a16:creationId xmlns:a16="http://schemas.microsoft.com/office/drawing/2014/main" id="{67DDBF08-88CB-38ED-3850-1FE9A49C5A0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6980E16-D3F0-DE9F-4730-89906380A552}"/>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254863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57DE4F7-6F6B-B22E-EE71-A1C5EAD21195}"/>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3" name="フッター プレースホルダー 2">
            <a:extLst>
              <a:ext uri="{FF2B5EF4-FFF2-40B4-BE49-F238E27FC236}">
                <a16:creationId xmlns:a16="http://schemas.microsoft.com/office/drawing/2014/main" id="{E12BE8E3-EE8E-F34E-19A3-B4EE0A3CC91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0172F8-E8B0-1F1E-CF38-C8D2CA1C2789}"/>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353999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52331F-200C-EFAE-1805-BD8C01C7ED1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1AB512F-D134-7E96-034B-A9EB9E6BCB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37F9A2D-A10C-E23D-8EB3-02BBA1CFD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070C1E1-2936-D7A3-9EB3-BA3CB0112B36}"/>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7D29AE9B-3745-E86C-7870-F68C9BE7A2F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C2E53DA-6B7F-B786-2DA1-C5B3942169A3}"/>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4021722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E98169-05F4-36EF-7353-A6221902C16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1A6FCA2-794E-1016-DB04-2A4BD88CA7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C83E354-C277-A719-2AE2-F28D68BC72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2A46432-42D9-F605-05EC-6B91149037B6}"/>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8CD39F21-E830-5AF6-E8A4-D59C5B96D5B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4F962E-FBED-4CC0-DE14-7FB578A583B2}"/>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2567509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B77003-66D1-25B2-0E75-089962AA83E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E63FAD6-12E1-5802-63B5-BAEA33A1B9A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162C391-714A-99DA-8EBE-043FF8105AAB}"/>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77BD6BA4-26A2-4328-727E-B42A6D5AF3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4A9CD9-9DA2-6630-2A24-0E77B8C8997C}"/>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554011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4A49CC4-C943-21B7-0DEE-76BBB3A48EE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7D9ECD8-9B15-9936-F271-15D45AA3221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EF3137E-AA9B-1705-F935-A83DE3857710}"/>
              </a:ext>
            </a:extLst>
          </p:cNvPr>
          <p:cNvSpPr>
            <a:spLocks noGrp="1"/>
          </p:cNvSpPr>
          <p:nvPr>
            <p:ph type="dt" sz="half" idx="10"/>
          </p:nvPr>
        </p:nvSpPr>
        <p:spPr/>
        <p:txBody>
          <a:bodyPr/>
          <a:lstStyle/>
          <a:p>
            <a:fld id="{729A4EB9-3E36-4109-A6CF-2A35E990A1B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0202818A-5F80-E2B7-C550-D46359028CB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30B3261-7233-3356-9329-06D46EFCDF65}"/>
              </a:ext>
            </a:extLst>
          </p:cNvPr>
          <p:cNvSpPr>
            <a:spLocks noGrp="1"/>
          </p:cNvSpPr>
          <p:nvPr>
            <p:ph type="sldNum" sz="quarter" idx="12"/>
          </p:nvPr>
        </p:nvSpPr>
        <p:spPr/>
        <p:txBody>
          <a:body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1213397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EFD055D-DCC0-5D02-70E9-9A59C74F64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A9ACE12-A1CF-8633-DCE3-7D98713746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021DAE6-2441-D642-DA6B-34C56B4241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9A4EB9-3E36-4109-A6CF-2A35E990A1BA}"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CC11BCBE-0BF4-17FD-3CCE-B61BE9471A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A187905-2573-43B0-2E8B-8A19FFCF41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053E78-465A-4D2E-80D7-5E831661D4E7}" type="slidenum">
              <a:rPr kumimoji="1" lang="ja-JP" altLang="en-US" smtClean="0"/>
              <a:t>‹#›</a:t>
            </a:fld>
            <a:endParaRPr kumimoji="1" lang="ja-JP" altLang="en-US"/>
          </a:p>
        </p:txBody>
      </p:sp>
    </p:spTree>
    <p:extLst>
      <p:ext uri="{BB962C8B-B14F-4D97-AF65-F5344CB8AC3E}">
        <p14:creationId xmlns:p14="http://schemas.microsoft.com/office/powerpoint/2010/main" val="849546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3E6A1F-B74B-4CC4-C309-D78DF2640746}"/>
              </a:ext>
            </a:extLst>
          </p:cNvPr>
          <p:cNvSpPr>
            <a:spLocks noGrp="1"/>
          </p:cNvSpPr>
          <p:nvPr>
            <p:ph type="ctrTitle"/>
          </p:nvPr>
        </p:nvSpPr>
        <p:spPr>
          <a:xfrm>
            <a:off x="0" y="1220837"/>
            <a:ext cx="12192000" cy="2366425"/>
          </a:xfrm>
        </p:spPr>
        <p:txBody>
          <a:bodyPr>
            <a:normAutofit/>
          </a:bodyPr>
          <a:lstStyle/>
          <a:p>
            <a:r>
              <a:rPr lang="ja-JP" altLang="en-US" sz="3600" dirty="0"/>
              <a:t>プラグイン機能等の拡張性の高いアプリを</a:t>
            </a:r>
            <a:r>
              <a:rPr lang="ja-JP" altLang="en-US" sz="3200" dirty="0"/>
              <a:t>コンパクト</a:t>
            </a:r>
            <a:r>
              <a:rPr lang="ja-JP" altLang="en-US" sz="3600" dirty="0"/>
              <a:t>に作成するアイディア</a:t>
            </a:r>
            <a:endParaRPr kumimoji="1" lang="ja-JP" altLang="en-US" sz="3600" dirty="0"/>
          </a:p>
        </p:txBody>
      </p:sp>
      <p:sp>
        <p:nvSpPr>
          <p:cNvPr id="3" name="字幕 2">
            <a:extLst>
              <a:ext uri="{FF2B5EF4-FFF2-40B4-BE49-F238E27FC236}">
                <a16:creationId xmlns:a16="http://schemas.microsoft.com/office/drawing/2014/main" id="{F51C7175-44CE-1D97-5934-58293B744C15}"/>
              </a:ext>
            </a:extLst>
          </p:cNvPr>
          <p:cNvSpPr>
            <a:spLocks noGrp="1"/>
          </p:cNvSpPr>
          <p:nvPr>
            <p:ph type="subTitle" idx="1"/>
          </p:nvPr>
        </p:nvSpPr>
        <p:spPr>
          <a:xfrm>
            <a:off x="1524000" y="4713385"/>
            <a:ext cx="9144000" cy="1655762"/>
          </a:xfrm>
        </p:spPr>
        <p:txBody>
          <a:bodyPr/>
          <a:lstStyle/>
          <a:p>
            <a:r>
              <a:rPr kumimoji="1" lang="en-US" altLang="ja-JP" dirty="0"/>
              <a:t>2026/1/21</a:t>
            </a:r>
            <a:endParaRPr kumimoji="1" lang="ja-JP" altLang="en-US" dirty="0"/>
          </a:p>
        </p:txBody>
      </p:sp>
    </p:spTree>
    <p:extLst>
      <p:ext uri="{BB962C8B-B14F-4D97-AF65-F5344CB8AC3E}">
        <p14:creationId xmlns:p14="http://schemas.microsoft.com/office/powerpoint/2010/main" val="4030657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B6C4DC7-56B6-47B1-69D4-4AC6364380ED}"/>
              </a:ext>
            </a:extLst>
          </p:cNvPr>
          <p:cNvSpPr txBox="1"/>
          <p:nvPr/>
        </p:nvSpPr>
        <p:spPr>
          <a:xfrm>
            <a:off x="211015" y="309490"/>
            <a:ext cx="12449908" cy="4616648"/>
          </a:xfrm>
          <a:prstGeom prst="rect">
            <a:avLst/>
          </a:prstGeom>
          <a:noFill/>
        </p:spPr>
        <p:txBody>
          <a:bodyPr wrap="square" rtlCol="0">
            <a:spAutoFit/>
          </a:bodyPr>
          <a:lstStyle/>
          <a:p>
            <a:r>
              <a:rPr kumimoji="1" lang="ja-JP" altLang="en-US" sz="2400" b="1" dirty="0"/>
              <a:t>プラグイン・オリジナル機能作成機能のジレンマ</a:t>
            </a:r>
            <a:endParaRPr kumimoji="1" lang="en-US" altLang="ja-JP" sz="2400" b="1" dirty="0"/>
          </a:p>
          <a:p>
            <a:endParaRPr lang="en-US" altLang="ja-JP" dirty="0"/>
          </a:p>
          <a:p>
            <a:r>
              <a:rPr lang="ja-JP" altLang="en-US" b="1" dirty="0"/>
              <a:t>極端に自由度が高いプラグイン作成機能　例）</a:t>
            </a:r>
            <a:r>
              <a:rPr lang="en-US" altLang="ja-JP" b="1" dirty="0"/>
              <a:t>QGIS,</a:t>
            </a:r>
            <a:r>
              <a:rPr lang="ja-JP" altLang="en-US" b="1" dirty="0"/>
              <a:t> </a:t>
            </a:r>
            <a:r>
              <a:rPr lang="en-US" altLang="ja-JP" b="1" dirty="0"/>
              <a:t>ArcGIS, chrome</a:t>
            </a:r>
            <a:r>
              <a:rPr lang="ja-JP" altLang="en-US" b="1" dirty="0"/>
              <a:t>拡張（</a:t>
            </a:r>
            <a:r>
              <a:rPr lang="en-US" altLang="ja-JP" b="1" dirty="0"/>
              <a:t>UI</a:t>
            </a:r>
            <a:r>
              <a:rPr lang="ja-JP" altLang="en-US" b="1" dirty="0"/>
              <a:t>が作れて関数が実行できる）</a:t>
            </a:r>
            <a:endParaRPr lang="en-US" altLang="ja-JP" dirty="0"/>
          </a:p>
          <a:p>
            <a:endParaRPr lang="en-US" altLang="ja-JP" b="1" dirty="0"/>
          </a:p>
          <a:p>
            <a:pPr marL="285750" indent="-285750">
              <a:buFont typeface="Arial" panose="020B0604020202020204" pitchFamily="34" charset="0"/>
              <a:buChar char="•"/>
            </a:pPr>
            <a:r>
              <a:rPr lang="ja-JP" altLang="en-US" dirty="0"/>
              <a:t>ユーザーのメリット：頑張れば何でも作れる。</a:t>
            </a:r>
            <a:endParaRPr lang="en-US" altLang="ja-JP" dirty="0"/>
          </a:p>
          <a:p>
            <a:pPr marL="285750" indent="-285750">
              <a:buFont typeface="Arial" panose="020B0604020202020204" pitchFamily="34" charset="0"/>
              <a:buChar char="•"/>
            </a:pPr>
            <a:r>
              <a:rPr lang="ja-JP" altLang="en-US" dirty="0"/>
              <a:t>ユーザーのデメリット：プラグインを作成すること自体が難しくなる。</a:t>
            </a:r>
            <a:endParaRPr lang="en-US" altLang="ja-JP" dirty="0"/>
          </a:p>
          <a:p>
            <a:pPr marL="285750" indent="-285750">
              <a:buFont typeface="Arial" panose="020B0604020202020204" pitchFamily="34" charset="0"/>
              <a:buChar char="•"/>
            </a:pPr>
            <a:r>
              <a:rPr lang="ja-JP" altLang="en-US" dirty="0"/>
              <a:t>開発者のデメリット：セキュリティ担保</a:t>
            </a:r>
            <a:endParaRPr lang="en-US" altLang="ja-JP" dirty="0"/>
          </a:p>
          <a:p>
            <a:endParaRPr lang="en-US" altLang="ja-JP" dirty="0"/>
          </a:p>
          <a:p>
            <a:r>
              <a:rPr lang="ja-JP" altLang="en-US" b="1" dirty="0"/>
              <a:t>自由度がちょうどいいプラグイン作成機能 例）</a:t>
            </a:r>
            <a:r>
              <a:rPr lang="en-US" altLang="ja-JP" b="1" dirty="0"/>
              <a:t>VSCode</a:t>
            </a:r>
            <a:r>
              <a:rPr lang="ja-JP" altLang="en-US" b="1" dirty="0"/>
              <a:t>拡張機能（</a:t>
            </a:r>
            <a:r>
              <a:rPr lang="en-US" altLang="ja-JP" b="1" dirty="0"/>
              <a:t>UI</a:t>
            </a:r>
            <a:r>
              <a:rPr lang="ja-JP" altLang="en-US" b="1" dirty="0"/>
              <a:t>が</a:t>
            </a:r>
            <a:r>
              <a:rPr lang="en-US" altLang="ja-JP" b="1" dirty="0"/>
              <a:t>Props</a:t>
            </a:r>
            <a:r>
              <a:rPr lang="ja-JP" altLang="en-US" b="1" dirty="0"/>
              <a:t>のみで関数が実行できる）</a:t>
            </a:r>
            <a:endParaRPr lang="en-US" altLang="ja-JP" b="1" dirty="0"/>
          </a:p>
          <a:p>
            <a:endParaRPr lang="en-US" altLang="ja-JP" dirty="0"/>
          </a:p>
          <a:p>
            <a:r>
              <a:rPr lang="ja-JP" altLang="en-US" b="1" dirty="0"/>
              <a:t>自由度が低いプラグイン作成機能　例</a:t>
            </a:r>
            <a:r>
              <a:rPr lang="en-US" altLang="ja-JP" b="1" dirty="0"/>
              <a:t>)Kintone</a:t>
            </a:r>
            <a:r>
              <a:rPr lang="ja-JP" altLang="en-US" b="1" dirty="0"/>
              <a:t>、ノーコードツール（すべてプリセットだが、処理順序変更可能）</a:t>
            </a:r>
            <a:endParaRPr lang="en-US" altLang="ja-JP" b="1" dirty="0"/>
          </a:p>
          <a:p>
            <a:endParaRPr lang="en-US" altLang="ja-JP" dirty="0"/>
          </a:p>
          <a:p>
            <a:r>
              <a:rPr lang="ja-JP" altLang="en-US" b="1" dirty="0"/>
              <a:t>極端に自由度が低いプラグイン作成機能</a:t>
            </a:r>
            <a:endParaRPr lang="en-US" altLang="ja-JP" b="1" dirty="0"/>
          </a:p>
          <a:p>
            <a:pPr marL="285750" indent="-285750">
              <a:buFont typeface="Arial" panose="020B0604020202020204" pitchFamily="34" charset="0"/>
              <a:buChar char="•"/>
            </a:pPr>
            <a:r>
              <a:rPr lang="ja-JP" altLang="en-US" dirty="0"/>
              <a:t>ユーザーのデメリット</a:t>
            </a:r>
            <a:r>
              <a:rPr lang="en-US" altLang="ja-JP" dirty="0"/>
              <a:t>:</a:t>
            </a:r>
            <a:r>
              <a:rPr lang="ja-JP" altLang="en-US" dirty="0"/>
              <a:t>プリセットから選んでカスタムするだけで通常の機能と変わらない。</a:t>
            </a:r>
            <a:endParaRPr lang="en-US" altLang="ja-JP" dirty="0"/>
          </a:p>
          <a:p>
            <a:pPr marL="285750" indent="-285750">
              <a:buFont typeface="Arial" panose="020B0604020202020204" pitchFamily="34" charset="0"/>
              <a:buChar char="•"/>
            </a:pPr>
            <a:r>
              <a:rPr lang="ja-JP" altLang="en-US" dirty="0"/>
              <a:t>開発者のメリット：実装は簡単</a:t>
            </a:r>
            <a:endParaRPr lang="en-US" altLang="ja-JP" dirty="0"/>
          </a:p>
          <a:p>
            <a:endParaRPr kumimoji="1" lang="ja-JP" altLang="en-US" dirty="0"/>
          </a:p>
        </p:txBody>
      </p:sp>
    </p:spTree>
    <p:extLst>
      <p:ext uri="{BB962C8B-B14F-4D97-AF65-F5344CB8AC3E}">
        <p14:creationId xmlns:p14="http://schemas.microsoft.com/office/powerpoint/2010/main" val="3302593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D474CA4-5A5F-1C37-DB82-5F3DD1EF37F3}"/>
              </a:ext>
            </a:extLst>
          </p:cNvPr>
          <p:cNvSpPr/>
          <p:nvPr/>
        </p:nvSpPr>
        <p:spPr>
          <a:xfrm>
            <a:off x="3263705" y="1209821"/>
            <a:ext cx="1209822" cy="1153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719DDCD-18D3-255E-4010-887898F90020}"/>
              </a:ext>
            </a:extLst>
          </p:cNvPr>
          <p:cNvSpPr/>
          <p:nvPr/>
        </p:nvSpPr>
        <p:spPr>
          <a:xfrm>
            <a:off x="5357446" y="1209821"/>
            <a:ext cx="1209822" cy="1153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CFA1E480-29B0-5E4C-89BC-111E1E978B0F}"/>
              </a:ext>
            </a:extLst>
          </p:cNvPr>
          <p:cNvSpPr/>
          <p:nvPr/>
        </p:nvSpPr>
        <p:spPr>
          <a:xfrm>
            <a:off x="7718475" y="1209821"/>
            <a:ext cx="1209822" cy="1153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9A019931-FF7B-189E-1A2B-17FEC6024F94}"/>
              </a:ext>
            </a:extLst>
          </p:cNvPr>
          <p:cNvSpPr/>
          <p:nvPr/>
        </p:nvSpPr>
        <p:spPr>
          <a:xfrm>
            <a:off x="7718475" y="2852224"/>
            <a:ext cx="1209822" cy="1153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96E9D2DC-98D4-1BE6-8282-1A3975CF718F}"/>
              </a:ext>
            </a:extLst>
          </p:cNvPr>
          <p:cNvSpPr/>
          <p:nvPr/>
        </p:nvSpPr>
        <p:spPr>
          <a:xfrm>
            <a:off x="5357446" y="2852224"/>
            <a:ext cx="1209822" cy="1153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A8AE343-3FC1-99C7-BF7E-683D8E3CE7AB}"/>
              </a:ext>
            </a:extLst>
          </p:cNvPr>
          <p:cNvSpPr/>
          <p:nvPr/>
        </p:nvSpPr>
        <p:spPr>
          <a:xfrm>
            <a:off x="3263705" y="2852224"/>
            <a:ext cx="1209822" cy="1153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7FFD29F6-F7DF-3D4E-0473-E7019C1AA4B7}"/>
              </a:ext>
            </a:extLst>
          </p:cNvPr>
          <p:cNvSpPr/>
          <p:nvPr/>
        </p:nvSpPr>
        <p:spPr>
          <a:xfrm>
            <a:off x="3263705" y="4494627"/>
            <a:ext cx="1209822" cy="1153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F163C6CF-38CB-1B6F-E3DC-C99B16E488DB}"/>
              </a:ext>
            </a:extLst>
          </p:cNvPr>
          <p:cNvSpPr/>
          <p:nvPr/>
        </p:nvSpPr>
        <p:spPr>
          <a:xfrm>
            <a:off x="5357446" y="4515727"/>
            <a:ext cx="1209822" cy="1153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6C145482-FD63-C0FD-FD89-2FBEF194D109}"/>
              </a:ext>
            </a:extLst>
          </p:cNvPr>
          <p:cNvSpPr/>
          <p:nvPr/>
        </p:nvSpPr>
        <p:spPr>
          <a:xfrm>
            <a:off x="7718475" y="4550895"/>
            <a:ext cx="1209822" cy="1153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48450A9-AC34-4AE3-CFA7-206DD996378E}"/>
              </a:ext>
            </a:extLst>
          </p:cNvPr>
          <p:cNvSpPr txBox="1"/>
          <p:nvPr/>
        </p:nvSpPr>
        <p:spPr>
          <a:xfrm>
            <a:off x="337625" y="383263"/>
            <a:ext cx="10044332" cy="369332"/>
          </a:xfrm>
          <a:prstGeom prst="rect">
            <a:avLst/>
          </a:prstGeom>
          <a:noFill/>
        </p:spPr>
        <p:txBody>
          <a:bodyPr wrap="square" rtlCol="0">
            <a:spAutoFit/>
          </a:bodyPr>
          <a:lstStyle/>
          <a:p>
            <a:r>
              <a:rPr kumimoji="1" lang="ja-JP" altLang="en-US" dirty="0"/>
              <a:t>提案：３</a:t>
            </a:r>
            <a:r>
              <a:rPr lang="en-US" altLang="ja-JP" dirty="0"/>
              <a:t>×</a:t>
            </a:r>
            <a:r>
              <a:rPr lang="ja-JP" altLang="en-US" dirty="0"/>
              <a:t>３</a:t>
            </a:r>
            <a:r>
              <a:rPr kumimoji="1" lang="ja-JP" altLang="en-US" dirty="0"/>
              <a:t>グリットレイアウト</a:t>
            </a:r>
            <a:r>
              <a:rPr lang="ja-JP" altLang="en-US" dirty="0"/>
              <a:t>と３層レイヤーの処理レイヤーを備えたプラグイン作成機能</a:t>
            </a:r>
            <a:endParaRPr kumimoji="1" lang="ja-JP" altLang="en-US" dirty="0"/>
          </a:p>
        </p:txBody>
      </p:sp>
    </p:spTree>
    <p:extLst>
      <p:ext uri="{BB962C8B-B14F-4D97-AF65-F5344CB8AC3E}">
        <p14:creationId xmlns:p14="http://schemas.microsoft.com/office/powerpoint/2010/main" val="113086870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171</Words>
  <Application>Microsoft Office PowerPoint</Application>
  <PresentationFormat>ワイド画面</PresentationFormat>
  <Paragraphs>18</Paragraphs>
  <Slides>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vt:i4>
      </vt:variant>
    </vt:vector>
  </HeadingPairs>
  <TitlesOfParts>
    <vt:vector size="7" baseType="lpstr">
      <vt:lpstr>游ゴシック</vt:lpstr>
      <vt:lpstr>游ゴシック Light</vt:lpstr>
      <vt:lpstr>Arial</vt:lpstr>
      <vt:lpstr>Office テーマ</vt:lpstr>
      <vt:lpstr>プラグイン機能等の拡張性の高いアプリをコンパクトに作成するアイディア</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慶太 大室</dc:creator>
  <cp:lastModifiedBy>慶太 大室</cp:lastModifiedBy>
  <cp:revision>7</cp:revision>
  <dcterms:created xsi:type="dcterms:W3CDTF">2026-01-21T14:20:08Z</dcterms:created>
  <dcterms:modified xsi:type="dcterms:W3CDTF">2026-01-21T14:41:07Z</dcterms:modified>
</cp:coreProperties>
</file>